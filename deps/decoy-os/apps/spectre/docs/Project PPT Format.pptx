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4" r:id="rId5"/>
    <p:sldMasterId id="2147483675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y="5143500" cx="9144000"/>
  <p:notesSz cx="6858000" cy="9144000"/>
  <p:embeddedFontLst>
    <p:embeddedFont>
      <p:font typeface="IBM Plex Sans"/>
      <p:regular r:id="rId18"/>
      <p:bold r:id="rId19"/>
      <p:italic r:id="rId20"/>
      <p:boldItalic r:id="rId21"/>
    </p:embeddedFont>
    <p:embeddedFont>
      <p:font typeface="Tahoma"/>
      <p:regular r:id="rId22"/>
      <p:bold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564D8D9-5504-40AA-91A8-E343FF96F987}">
  <a:tblStyle styleId="{4564D8D9-5504-40AA-91A8-E343FF96F98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BMPlexSans-italic.fntdata"/><Relationship Id="rId11" Type="http://schemas.openxmlformats.org/officeDocument/2006/relationships/slide" Target="slides/slide4.xml"/><Relationship Id="rId22" Type="http://schemas.openxmlformats.org/officeDocument/2006/relationships/font" Target="fonts/Tahoma-regular.fntdata"/><Relationship Id="rId10" Type="http://schemas.openxmlformats.org/officeDocument/2006/relationships/slide" Target="slides/slide3.xml"/><Relationship Id="rId21" Type="http://schemas.openxmlformats.org/officeDocument/2006/relationships/font" Target="fonts/IBMPlexSans-boldItalic.fntdata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23" Type="http://schemas.openxmlformats.org/officeDocument/2006/relationships/font" Target="fonts/Tahoma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5" Type="http://schemas.openxmlformats.org/officeDocument/2006/relationships/slideMaster" Target="slideMasters/slideMaster1.xml"/><Relationship Id="rId19" Type="http://schemas.openxmlformats.org/officeDocument/2006/relationships/font" Target="fonts/IBMPlexSans-bold.fntdata"/><Relationship Id="rId6" Type="http://schemas.openxmlformats.org/officeDocument/2006/relationships/slideMaster" Target="slideMasters/slideMaster2.xml"/><Relationship Id="rId18" Type="http://schemas.openxmlformats.org/officeDocument/2006/relationships/font" Target="fonts/IBMPlexSans-regular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ed0462cdbc_1_208:notes"/>
          <p:cNvSpPr txBox="1"/>
          <p:nvPr>
            <p:ph idx="1" type="body"/>
          </p:nvPr>
        </p:nvSpPr>
        <p:spPr>
          <a:xfrm>
            <a:off x="685800" y="4400550"/>
            <a:ext cx="54861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g3ed0462cdbc_1_208:notes"/>
          <p:cNvSpPr/>
          <p:nvPr>
            <p:ph idx="2" type="sldImg"/>
          </p:nvPr>
        </p:nvSpPr>
        <p:spPr>
          <a:xfrm>
            <a:off x="2270579" y="1142999"/>
            <a:ext cx="23169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ed0462cdbc_1_212:notes"/>
          <p:cNvSpPr txBox="1"/>
          <p:nvPr>
            <p:ph idx="1" type="body"/>
          </p:nvPr>
        </p:nvSpPr>
        <p:spPr>
          <a:xfrm>
            <a:off x="685800" y="4400550"/>
            <a:ext cx="54861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g3ed0462cdbc_1_212:notes"/>
          <p:cNvSpPr/>
          <p:nvPr>
            <p:ph idx="2" type="sldImg"/>
          </p:nvPr>
        </p:nvSpPr>
        <p:spPr>
          <a:xfrm>
            <a:off x="2270579" y="1142999"/>
            <a:ext cx="23169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ed0462cdbc_1_217:notes"/>
          <p:cNvSpPr txBox="1"/>
          <p:nvPr>
            <p:ph idx="1" type="body"/>
          </p:nvPr>
        </p:nvSpPr>
        <p:spPr>
          <a:xfrm>
            <a:off x="685800" y="4400550"/>
            <a:ext cx="54861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g3ed0462cdbc_1_217:notes"/>
          <p:cNvSpPr/>
          <p:nvPr>
            <p:ph idx="2" type="sldImg"/>
          </p:nvPr>
        </p:nvSpPr>
        <p:spPr>
          <a:xfrm>
            <a:off x="2270579" y="1142999"/>
            <a:ext cx="23169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ed0462cdbc_1_221:notes"/>
          <p:cNvSpPr txBox="1"/>
          <p:nvPr>
            <p:ph idx="1" type="body"/>
          </p:nvPr>
        </p:nvSpPr>
        <p:spPr>
          <a:xfrm>
            <a:off x="685800" y="4400550"/>
            <a:ext cx="54861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g3ed0462cdbc_1_221:notes"/>
          <p:cNvSpPr/>
          <p:nvPr>
            <p:ph idx="2" type="sldImg"/>
          </p:nvPr>
        </p:nvSpPr>
        <p:spPr>
          <a:xfrm>
            <a:off x="2270579" y="1142999"/>
            <a:ext cx="23169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ed0462cdbc_1_225:notes"/>
          <p:cNvSpPr txBox="1"/>
          <p:nvPr>
            <p:ph idx="1" type="body"/>
          </p:nvPr>
        </p:nvSpPr>
        <p:spPr>
          <a:xfrm>
            <a:off x="685800" y="4400550"/>
            <a:ext cx="54861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g3ed0462cdbc_1_225:notes"/>
          <p:cNvSpPr/>
          <p:nvPr>
            <p:ph idx="2" type="sldImg"/>
          </p:nvPr>
        </p:nvSpPr>
        <p:spPr>
          <a:xfrm>
            <a:off x="2270579" y="1142999"/>
            <a:ext cx="23169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ed0462cdbc_1_229:notes"/>
          <p:cNvSpPr txBox="1"/>
          <p:nvPr>
            <p:ph idx="1" type="body"/>
          </p:nvPr>
        </p:nvSpPr>
        <p:spPr>
          <a:xfrm>
            <a:off x="685800" y="4400550"/>
            <a:ext cx="54861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g3ed0462cdbc_1_229:notes"/>
          <p:cNvSpPr/>
          <p:nvPr>
            <p:ph idx="2" type="sldImg"/>
          </p:nvPr>
        </p:nvSpPr>
        <p:spPr>
          <a:xfrm>
            <a:off x="2270579" y="1142999"/>
            <a:ext cx="23169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ed0462cdbc_1_233:notes"/>
          <p:cNvSpPr txBox="1"/>
          <p:nvPr>
            <p:ph idx="1" type="body"/>
          </p:nvPr>
        </p:nvSpPr>
        <p:spPr>
          <a:xfrm>
            <a:off x="685800" y="4400550"/>
            <a:ext cx="54861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g3ed0462cdbc_1_233:notes"/>
          <p:cNvSpPr/>
          <p:nvPr>
            <p:ph idx="2" type="sldImg"/>
          </p:nvPr>
        </p:nvSpPr>
        <p:spPr>
          <a:xfrm>
            <a:off x="2270579" y="1142999"/>
            <a:ext cx="23169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ed0462cdbc_1_237:notes"/>
          <p:cNvSpPr txBox="1"/>
          <p:nvPr>
            <p:ph idx="1" type="body"/>
          </p:nvPr>
        </p:nvSpPr>
        <p:spPr>
          <a:xfrm>
            <a:off x="685800" y="4400550"/>
            <a:ext cx="54861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g3ed0462cdbc_1_237:notes"/>
          <p:cNvSpPr/>
          <p:nvPr>
            <p:ph idx="2" type="sldImg"/>
          </p:nvPr>
        </p:nvSpPr>
        <p:spPr>
          <a:xfrm>
            <a:off x="2270579" y="1142999"/>
            <a:ext cx="23169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ed0462cdbc_1_241:notes"/>
          <p:cNvSpPr txBox="1"/>
          <p:nvPr>
            <p:ph idx="1" type="body"/>
          </p:nvPr>
        </p:nvSpPr>
        <p:spPr>
          <a:xfrm>
            <a:off x="685800" y="4400550"/>
            <a:ext cx="54861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g3ed0462cdbc_1_241:notes"/>
          <p:cNvSpPr/>
          <p:nvPr>
            <p:ph idx="2" type="sldImg"/>
          </p:nvPr>
        </p:nvSpPr>
        <p:spPr>
          <a:xfrm>
            <a:off x="2270579" y="1142999"/>
            <a:ext cx="23169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122719" y="114965"/>
            <a:ext cx="56112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1" i="0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880861" y="1279047"/>
            <a:ext cx="3799500" cy="11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800"/>
              <a:buNone/>
              <a:defRPr b="0" i="0" sz="17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228600" lvl="1" marL="9144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1200"/>
              </a:spcBef>
              <a:spcAft>
                <a:spcPts val="120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1" type="ftr"/>
          </p:nvPr>
        </p:nvSpPr>
        <p:spPr>
          <a:xfrm>
            <a:off x="3108960" y="4783454"/>
            <a:ext cx="29259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  <p:sp>
        <p:nvSpPr>
          <p:cNvPr id="54" name="Google Shape;54;p13"/>
          <p:cNvSpPr txBox="1"/>
          <p:nvPr>
            <p:ph idx="10" type="dt"/>
          </p:nvPr>
        </p:nvSpPr>
        <p:spPr>
          <a:xfrm>
            <a:off x="457200" y="4783454"/>
            <a:ext cx="21030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200"/>
              <a:buNone/>
              <a:defRPr sz="22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8595863" y="4953905"/>
            <a:ext cx="403500" cy="3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88900">
              <a:lnSpc>
                <a:spcPct val="112500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88900">
              <a:lnSpc>
                <a:spcPct val="112500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88900">
              <a:lnSpc>
                <a:spcPct val="112500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88900">
              <a:lnSpc>
                <a:spcPct val="112500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88900">
              <a:lnSpc>
                <a:spcPct val="112500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88900">
              <a:lnSpc>
                <a:spcPct val="112500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88900">
              <a:lnSpc>
                <a:spcPct val="112500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88900">
              <a:lnSpc>
                <a:spcPct val="112500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88900">
              <a:lnSpc>
                <a:spcPct val="112500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889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r>
              <a:rPr lang="en"/>
              <a:t> / 14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ctrTitle"/>
          </p:nvPr>
        </p:nvSpPr>
        <p:spPr>
          <a:xfrm>
            <a:off x="311708" y="744575"/>
            <a:ext cx="8520600" cy="2052300"/>
          </a:xfrm>
          <a:prstGeom prst="rect">
            <a:avLst/>
          </a:prstGeom>
        </p:spPr>
        <p:txBody>
          <a:bodyPr anchorCtr="0" anchor="b" bIns="91400" lIns="91400" spcFirstLastPara="1" rIns="91400" wrap="square" tIns="914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63" name="Google Shape;63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4975" lIns="144975" spcFirstLastPara="1" rIns="144975" wrap="square" tIns="1449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9pPr>
          </a:lstStyle>
          <a:p/>
        </p:txBody>
      </p:sp>
      <p:sp>
        <p:nvSpPr>
          <p:cNvPr id="64" name="Google Shape;6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00" lIns="91400" spcFirstLastPara="1" rIns="91400" wrap="square" tIns="914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00" lIns="91400" spcFirstLastPara="1" rIns="91400" wrap="square" tIns="914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7" name="Google Shape;6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00" lIns="91400" spcFirstLastPara="1" rIns="91400" wrap="square" tIns="914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/>
          <p:nvPr>
            <p:ph type="title"/>
          </p:nvPr>
        </p:nvSpPr>
        <p:spPr>
          <a:xfrm>
            <a:off x="311700" y="1111201"/>
            <a:ext cx="8520600" cy="572400"/>
          </a:xfrm>
          <a:prstGeom prst="rect">
            <a:avLst/>
          </a:prstGeom>
        </p:spPr>
        <p:txBody>
          <a:bodyPr anchorCtr="0" anchor="t" bIns="91400" lIns="91400" spcFirstLastPara="1" rIns="91400" wrap="square" tIns="914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4975" lIns="144975" spcFirstLastPara="1" rIns="144975" wrap="square" tIns="144975">
            <a:noAutofit/>
          </a:bodyPr>
          <a:lstStyle>
            <a:lvl1pPr indent="-368300" lvl="0" marL="45720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1pPr>
            <a:lvl2pPr indent="-368300" lvl="1" marL="91440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2pPr>
            <a:lvl3pPr indent="-368300" lvl="2" marL="137160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3pPr>
            <a:lvl4pPr indent="-368300" lvl="3" marL="182880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4pPr>
            <a:lvl5pPr indent="-368300" lvl="4" marL="228600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5pPr>
            <a:lvl6pPr indent="-368300" lvl="5" marL="274320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6pPr>
            <a:lvl7pPr indent="-368300" lvl="6" marL="320040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7pPr>
            <a:lvl8pPr indent="-368300" lvl="7" marL="365760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8pPr>
            <a:lvl9pPr indent="-368300" lvl="8" marL="411480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9pPr>
          </a:lstStyle>
          <a:p/>
        </p:txBody>
      </p:sp>
      <p:sp>
        <p:nvSpPr>
          <p:cNvPr id="71" name="Google Shape;71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00" lIns="91400" spcFirstLastPara="1" rIns="91400" wrap="square" tIns="914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/>
          <p:nvPr>
            <p:ph type="title"/>
          </p:nvPr>
        </p:nvSpPr>
        <p:spPr>
          <a:xfrm>
            <a:off x="311700" y="1111201"/>
            <a:ext cx="8520600" cy="572400"/>
          </a:xfrm>
          <a:prstGeom prst="rect">
            <a:avLst/>
          </a:prstGeom>
        </p:spPr>
        <p:txBody>
          <a:bodyPr anchorCtr="0" anchor="t" bIns="91400" lIns="91400" spcFirstLastPara="1" rIns="91400" wrap="square" tIns="914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4975" lIns="144975" spcFirstLastPara="1" rIns="144975" wrap="square" tIns="14497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1150" lvl="1" marL="91440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4pPr>
            <a:lvl5pPr indent="-311150" lvl="4" marL="228600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indent="-311150" lvl="5" marL="274320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6pPr>
            <a:lvl7pPr indent="-311150" lvl="6" marL="320040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7pPr>
            <a:lvl8pPr indent="-311150" lvl="7" marL="365760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8pPr>
            <a:lvl9pPr indent="-311150" lvl="8" marL="411480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/>
        </p:txBody>
      </p:sp>
      <p:sp>
        <p:nvSpPr>
          <p:cNvPr id="75" name="Google Shape;75;p1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4975" lIns="144975" spcFirstLastPara="1" rIns="144975" wrap="square" tIns="14497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1150" lvl="1" marL="91440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4pPr>
            <a:lvl5pPr indent="-311150" lvl="4" marL="228600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indent="-311150" lvl="5" marL="274320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6pPr>
            <a:lvl7pPr indent="-311150" lvl="6" marL="320040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7pPr>
            <a:lvl8pPr indent="-311150" lvl="7" marL="365760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8pPr>
            <a:lvl9pPr indent="-311150" lvl="8" marL="411480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/>
        </p:txBody>
      </p:sp>
      <p:sp>
        <p:nvSpPr>
          <p:cNvPr id="76" name="Google Shape;7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00" lIns="91400" spcFirstLastPara="1" rIns="91400" wrap="square" tIns="914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9"/>
          <p:cNvSpPr txBox="1"/>
          <p:nvPr>
            <p:ph type="title"/>
          </p:nvPr>
        </p:nvSpPr>
        <p:spPr>
          <a:xfrm>
            <a:off x="311700" y="1111201"/>
            <a:ext cx="8520600" cy="572400"/>
          </a:xfrm>
          <a:prstGeom prst="rect">
            <a:avLst/>
          </a:prstGeom>
        </p:spPr>
        <p:txBody>
          <a:bodyPr anchorCtr="0" anchor="t" bIns="91400" lIns="91400" spcFirstLastPara="1" rIns="91400" wrap="square" tIns="914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79" name="Google Shape;79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00" lIns="91400" spcFirstLastPara="1" rIns="91400" wrap="square" tIns="914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00" lIns="91400" spcFirstLastPara="1" rIns="91400" wrap="square" tIns="914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4975" lIns="144975" spcFirstLastPara="1" rIns="144975" wrap="square" tIns="14497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1pPr>
            <a:lvl2pPr indent="-311150" lvl="1" marL="91440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4pPr>
            <a:lvl5pPr indent="-311150" lvl="4" marL="228600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indent="-311150" lvl="5" marL="274320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6pPr>
            <a:lvl7pPr indent="-311150" lvl="6" marL="320040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7pPr>
            <a:lvl8pPr indent="-311150" lvl="7" marL="365760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8pPr>
            <a:lvl9pPr indent="-311150" lvl="8" marL="411480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/>
        </p:txBody>
      </p:sp>
      <p:sp>
        <p:nvSpPr>
          <p:cNvPr id="83" name="Google Shape;8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00" lIns="91400" spcFirstLastPara="1" rIns="91400" wrap="square" tIns="914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1"/>
          <p:cNvSpPr txBox="1"/>
          <p:nvPr>
            <p:ph type="title"/>
          </p:nvPr>
        </p:nvSpPr>
        <p:spPr>
          <a:xfrm>
            <a:off x="490250" y="450150"/>
            <a:ext cx="6367800" cy="4090500"/>
          </a:xfrm>
          <a:prstGeom prst="rect">
            <a:avLst/>
          </a:prstGeom>
        </p:spPr>
        <p:txBody>
          <a:bodyPr anchorCtr="0" anchor="ctr" bIns="91400" lIns="91400" spcFirstLastPara="1" rIns="91400" wrap="square" tIns="914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6" name="Google Shape;86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00" lIns="91400" spcFirstLastPara="1" rIns="91400" wrap="square" tIns="914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2"/>
          <p:cNvSpPr/>
          <p:nvPr/>
        </p:nvSpPr>
        <p:spPr>
          <a:xfrm>
            <a:off x="4572000" y="-125"/>
            <a:ext cx="45723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2"/>
          <p:cNvSpPr txBox="1"/>
          <p:nvPr>
            <p:ph type="title"/>
          </p:nvPr>
        </p:nvSpPr>
        <p:spPr>
          <a:xfrm>
            <a:off x="265500" y="1233175"/>
            <a:ext cx="4044900" cy="1482300"/>
          </a:xfrm>
          <a:prstGeom prst="rect">
            <a:avLst/>
          </a:prstGeom>
        </p:spPr>
        <p:txBody>
          <a:bodyPr anchorCtr="0" anchor="b" bIns="91400" lIns="91400" spcFirstLastPara="1" rIns="91400" wrap="square" tIns="914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1pPr>
            <a:lvl2pPr lvl="1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2pPr>
            <a:lvl3pPr lvl="2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3pPr>
            <a:lvl4pPr lvl="3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4pPr>
            <a:lvl5pPr lvl="4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5pPr>
            <a:lvl6pPr lvl="5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6pPr>
            <a:lvl7pPr lvl="6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7pPr>
            <a:lvl8pPr lvl="7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8pPr>
            <a:lvl9pPr lvl="8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9pPr>
          </a:lstStyle>
          <a:p/>
        </p:txBody>
      </p:sp>
      <p:sp>
        <p:nvSpPr>
          <p:cNvPr id="90" name="Google Shape;90;p22"/>
          <p:cNvSpPr txBox="1"/>
          <p:nvPr>
            <p:ph idx="1" type="subTitle"/>
          </p:nvPr>
        </p:nvSpPr>
        <p:spPr>
          <a:xfrm>
            <a:off x="265500" y="2803075"/>
            <a:ext cx="40449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4975" lIns="144975" spcFirstLastPara="1" rIns="144975" wrap="square" tIns="1449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1" name="Google Shape;91;p22"/>
          <p:cNvSpPr txBox="1"/>
          <p:nvPr>
            <p:ph idx="2" type="body"/>
          </p:nvPr>
        </p:nvSpPr>
        <p:spPr>
          <a:xfrm>
            <a:off x="4939500" y="724075"/>
            <a:ext cx="3837000" cy="369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4975" lIns="144975" spcFirstLastPara="1" rIns="144975" wrap="square" tIns="144975">
            <a:noAutofit/>
          </a:bodyPr>
          <a:lstStyle>
            <a:lvl1pPr indent="-368300" lvl="0" marL="45720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1pPr>
            <a:lvl2pPr indent="-368300" lvl="1" marL="91440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2pPr>
            <a:lvl3pPr indent="-368300" lvl="2" marL="137160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3pPr>
            <a:lvl4pPr indent="-368300" lvl="3" marL="182880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4pPr>
            <a:lvl5pPr indent="-368300" lvl="4" marL="228600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5pPr>
            <a:lvl6pPr indent="-368300" lvl="5" marL="274320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6pPr>
            <a:lvl7pPr indent="-368300" lvl="6" marL="320040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7pPr>
            <a:lvl8pPr indent="-368300" lvl="7" marL="365760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8pPr>
            <a:lvl9pPr indent="-368300" lvl="8" marL="411480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9pPr>
          </a:lstStyle>
          <a:p/>
        </p:txBody>
      </p:sp>
      <p:sp>
        <p:nvSpPr>
          <p:cNvPr id="92" name="Google Shape;9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00" lIns="91400" spcFirstLastPara="1" rIns="91400" wrap="square" tIns="914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3"/>
          <p:cNvSpPr txBox="1"/>
          <p:nvPr>
            <p:ph idx="1" type="body"/>
          </p:nvPr>
        </p:nvSpPr>
        <p:spPr>
          <a:xfrm>
            <a:off x="311700" y="4230575"/>
            <a:ext cx="5999100" cy="6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4975" lIns="144975" spcFirstLastPara="1" rIns="144975" wrap="square" tIns="14497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</a:lstStyle>
          <a:p/>
        </p:txBody>
      </p:sp>
      <p:sp>
        <p:nvSpPr>
          <p:cNvPr id="95" name="Google Shape;95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00" lIns="91400" spcFirstLastPara="1" rIns="91400" wrap="square" tIns="914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00" lIns="91400" spcFirstLastPara="1" rIns="91400" wrap="square" tIns="914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100"/>
              <a:buNone/>
              <a:defRPr sz="1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100"/>
              <a:buNone/>
              <a:defRPr sz="1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100"/>
              <a:buNone/>
              <a:defRPr sz="1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100"/>
              <a:buNone/>
              <a:defRPr sz="1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100"/>
              <a:buNone/>
              <a:defRPr sz="1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100"/>
              <a:buNone/>
              <a:defRPr sz="1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100"/>
              <a:buNone/>
              <a:defRPr sz="1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100"/>
              <a:buNone/>
              <a:defRPr sz="1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100"/>
              <a:buNone/>
              <a:defRPr sz="12100"/>
            </a:lvl9pPr>
          </a:lstStyle>
          <a:p>
            <a:r>
              <a:t>xx%</a:t>
            </a:r>
          </a:p>
        </p:txBody>
      </p:sp>
      <p:sp>
        <p:nvSpPr>
          <p:cNvPr id="98" name="Google Shape;98;p24"/>
          <p:cNvSpPr txBox="1"/>
          <p:nvPr>
            <p:ph idx="1" type="body"/>
          </p:nvPr>
        </p:nvSpPr>
        <p:spPr>
          <a:xfrm>
            <a:off x="311700" y="3152225"/>
            <a:ext cx="8520600" cy="130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4975" lIns="144975" spcFirstLastPara="1" rIns="144975" wrap="square" tIns="144975">
            <a:noAutofit/>
          </a:bodyPr>
          <a:lstStyle>
            <a:lvl1pPr indent="-368300" lvl="0" marL="457200" algn="ctr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1pPr>
            <a:lvl2pPr indent="-368300" lvl="1" marL="914400" algn="ctr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2pPr>
            <a:lvl3pPr indent="-368300" lvl="2" marL="1371600" algn="ctr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3pPr>
            <a:lvl4pPr indent="-368300" lvl="3" marL="1828800" algn="ctr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4pPr>
            <a:lvl5pPr indent="-368300" lvl="4" marL="2286000" algn="ctr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5pPr>
            <a:lvl6pPr indent="-368300" lvl="5" marL="2743200" algn="ctr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6pPr>
            <a:lvl7pPr indent="-368300" lvl="6" marL="3200400" algn="ctr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7pPr>
            <a:lvl8pPr indent="-368300" lvl="7" marL="3657600" algn="ctr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8pPr>
            <a:lvl9pPr indent="-368300" lvl="8" marL="4114800" algn="ctr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9pPr>
          </a:lstStyle>
          <a:p/>
        </p:txBody>
      </p:sp>
      <p:sp>
        <p:nvSpPr>
          <p:cNvPr id="99" name="Google Shape;99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00" lIns="91400" spcFirstLastPara="1" rIns="91400" wrap="square" tIns="914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00" lIns="91400" spcFirstLastPara="1" rIns="91400" wrap="square" tIns="914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6"/>
          <p:cNvSpPr txBox="1"/>
          <p:nvPr>
            <p:ph type="title"/>
          </p:nvPr>
        </p:nvSpPr>
        <p:spPr>
          <a:xfrm>
            <a:off x="122719" y="114965"/>
            <a:ext cx="56112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900"/>
              <a:buNone/>
              <a:defRPr b="1" i="0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104" name="Google Shape;104;p26"/>
          <p:cNvSpPr txBox="1"/>
          <p:nvPr>
            <p:ph idx="1" type="body"/>
          </p:nvPr>
        </p:nvSpPr>
        <p:spPr>
          <a:xfrm>
            <a:off x="4880861" y="1279047"/>
            <a:ext cx="3799500" cy="11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17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  <p:sp>
        <p:nvSpPr>
          <p:cNvPr id="105" name="Google Shape;105;p26"/>
          <p:cNvSpPr txBox="1"/>
          <p:nvPr>
            <p:ph idx="11" type="ftr"/>
          </p:nvPr>
        </p:nvSpPr>
        <p:spPr>
          <a:xfrm>
            <a:off x="3108960" y="4783454"/>
            <a:ext cx="29259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  <p:sp>
        <p:nvSpPr>
          <p:cNvPr id="106" name="Google Shape;106;p26"/>
          <p:cNvSpPr txBox="1"/>
          <p:nvPr>
            <p:ph idx="10" type="dt"/>
          </p:nvPr>
        </p:nvSpPr>
        <p:spPr>
          <a:xfrm>
            <a:off x="457200" y="4783454"/>
            <a:ext cx="21030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200"/>
              <a:buNone/>
              <a:defRPr sz="22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  <p:sp>
        <p:nvSpPr>
          <p:cNvPr id="107" name="Google Shape;107;p26"/>
          <p:cNvSpPr txBox="1"/>
          <p:nvPr>
            <p:ph idx="12" type="sldNum"/>
          </p:nvPr>
        </p:nvSpPr>
        <p:spPr>
          <a:xfrm>
            <a:off x="8595863" y="4953905"/>
            <a:ext cx="403500" cy="3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88900">
              <a:lnSpc>
                <a:spcPct val="112500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88900">
              <a:lnSpc>
                <a:spcPct val="112500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88900">
              <a:lnSpc>
                <a:spcPct val="112500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88900">
              <a:lnSpc>
                <a:spcPct val="112500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88900">
              <a:lnSpc>
                <a:spcPct val="112500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88900">
              <a:lnSpc>
                <a:spcPct val="112500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88900">
              <a:lnSpc>
                <a:spcPct val="112500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88900">
              <a:lnSpc>
                <a:spcPct val="112500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88900">
              <a:lnSpc>
                <a:spcPct val="112500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889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r>
              <a:rPr lang="en"/>
              <a:t> / 14</a:t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7"/>
          <p:cNvSpPr txBox="1"/>
          <p:nvPr>
            <p:ph idx="11" type="ftr"/>
          </p:nvPr>
        </p:nvSpPr>
        <p:spPr>
          <a:xfrm>
            <a:off x="3108960" y="4783454"/>
            <a:ext cx="29259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  <p:sp>
        <p:nvSpPr>
          <p:cNvPr id="110" name="Google Shape;110;p27"/>
          <p:cNvSpPr txBox="1"/>
          <p:nvPr>
            <p:ph idx="10" type="dt"/>
          </p:nvPr>
        </p:nvSpPr>
        <p:spPr>
          <a:xfrm>
            <a:off x="457200" y="4783454"/>
            <a:ext cx="21030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200"/>
              <a:buNone/>
              <a:defRPr sz="22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  <p:sp>
        <p:nvSpPr>
          <p:cNvPr id="111" name="Google Shape;111;p27"/>
          <p:cNvSpPr txBox="1"/>
          <p:nvPr>
            <p:ph idx="12" type="sldNum"/>
          </p:nvPr>
        </p:nvSpPr>
        <p:spPr>
          <a:xfrm>
            <a:off x="8595863" y="4953905"/>
            <a:ext cx="403500" cy="3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88900">
              <a:lnSpc>
                <a:spcPct val="112500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88900">
              <a:lnSpc>
                <a:spcPct val="112500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88900">
              <a:lnSpc>
                <a:spcPct val="112500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88900">
              <a:lnSpc>
                <a:spcPct val="112500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88900">
              <a:lnSpc>
                <a:spcPct val="112500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88900">
              <a:lnSpc>
                <a:spcPct val="112500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88900">
              <a:lnSpc>
                <a:spcPct val="112500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88900">
              <a:lnSpc>
                <a:spcPct val="112500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88900">
              <a:lnSpc>
                <a:spcPct val="112500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889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r>
              <a:rPr lang="en"/>
              <a:t> / 14</a:t>
            </a:r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8"/>
          <p:cNvSpPr txBox="1"/>
          <p:nvPr>
            <p:ph type="title"/>
          </p:nvPr>
        </p:nvSpPr>
        <p:spPr>
          <a:xfrm>
            <a:off x="122719" y="114965"/>
            <a:ext cx="56112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900"/>
              <a:buNone/>
              <a:defRPr b="1" i="0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114" name="Google Shape;114;p28"/>
          <p:cNvSpPr txBox="1"/>
          <p:nvPr>
            <p:ph idx="11" type="ftr"/>
          </p:nvPr>
        </p:nvSpPr>
        <p:spPr>
          <a:xfrm>
            <a:off x="3108960" y="4783454"/>
            <a:ext cx="29259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  <p:sp>
        <p:nvSpPr>
          <p:cNvPr id="115" name="Google Shape;115;p28"/>
          <p:cNvSpPr txBox="1"/>
          <p:nvPr>
            <p:ph idx="10" type="dt"/>
          </p:nvPr>
        </p:nvSpPr>
        <p:spPr>
          <a:xfrm>
            <a:off x="457200" y="4783454"/>
            <a:ext cx="21030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200"/>
              <a:buNone/>
              <a:defRPr sz="22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  <p:sp>
        <p:nvSpPr>
          <p:cNvPr id="116" name="Google Shape;116;p28"/>
          <p:cNvSpPr txBox="1"/>
          <p:nvPr>
            <p:ph idx="12" type="sldNum"/>
          </p:nvPr>
        </p:nvSpPr>
        <p:spPr>
          <a:xfrm>
            <a:off x="8595863" y="4953905"/>
            <a:ext cx="403500" cy="3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88900">
              <a:lnSpc>
                <a:spcPct val="112500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88900">
              <a:lnSpc>
                <a:spcPct val="112500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88900">
              <a:lnSpc>
                <a:spcPct val="112500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88900">
              <a:lnSpc>
                <a:spcPct val="112500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88900">
              <a:lnSpc>
                <a:spcPct val="112500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88900">
              <a:lnSpc>
                <a:spcPct val="112500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88900">
              <a:lnSpc>
                <a:spcPct val="112500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88900">
              <a:lnSpc>
                <a:spcPct val="112500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88900">
              <a:lnSpc>
                <a:spcPct val="112500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889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r>
              <a:rPr lang="en"/>
              <a:t> / 14</a:t>
            </a:r>
            <a:endParaRPr/>
          </a:p>
        </p:txBody>
      </p:sp>
      <p:pic>
        <p:nvPicPr>
          <p:cNvPr id="117" name="Google Shape;117;p28" title="Picture1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1692" y="114962"/>
            <a:ext cx="1762106" cy="6665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16850" y="85874"/>
            <a:ext cx="1781604" cy="7247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2.xml"/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24.xml"/><Relationship Id="rId17" Type="http://schemas.openxmlformats.org/officeDocument/2006/relationships/theme" Target="../theme/theme2.xml"/><Relationship Id="rId16" Type="http://schemas.openxmlformats.org/officeDocument/2006/relationships/slideLayout" Target="../slideLayouts/slideLayout26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title"/>
          </p:nvPr>
        </p:nvSpPr>
        <p:spPr>
          <a:xfrm>
            <a:off x="311700" y="1111201"/>
            <a:ext cx="85206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8" name="Google Shape;58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9" name="Google Shape;59;p14" title="Picture1.png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241692" y="114962"/>
            <a:ext cx="1762106" cy="666546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4" title="Gap2@2x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911675" y="150650"/>
            <a:ext cx="920625" cy="9102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  <p:sldLayoutId id="2147483671" r:id="rId14"/>
    <p:sldLayoutId id="2147483672" r:id="rId15"/>
    <p:sldLayoutId id="2147483673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github.com/ayushk-arch/Ayush-kumar-125.git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9"/>
          <p:cNvSpPr txBox="1"/>
          <p:nvPr>
            <p:ph type="ctrTitle"/>
          </p:nvPr>
        </p:nvSpPr>
        <p:spPr>
          <a:xfrm>
            <a:off x="311708" y="60070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Title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GTU SBTP -2026 (Subject Code: DI05000011)</a:t>
            </a:r>
            <a:endParaRPr sz="2800"/>
          </a:p>
        </p:txBody>
      </p:sp>
      <p:sp>
        <p:nvSpPr>
          <p:cNvPr id="124" name="Google Shape;124;p29"/>
          <p:cNvSpPr txBox="1"/>
          <p:nvPr>
            <p:ph idx="1" type="subTitle"/>
          </p:nvPr>
        </p:nvSpPr>
        <p:spPr>
          <a:xfrm>
            <a:off x="965175" y="27823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b="1" lang="en" sz="1400">
                <a:solidFill>
                  <a:srgbClr val="351C75"/>
                </a:solidFill>
              </a:rPr>
              <a:t>Student Name :</a:t>
            </a:r>
            <a:endParaRPr b="1" sz="1400">
              <a:solidFill>
                <a:srgbClr val="351C7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b="1" lang="en" sz="1400">
                <a:solidFill>
                  <a:srgbClr val="351C75"/>
                </a:solidFill>
              </a:rPr>
              <a:t>Enrollment no.:</a:t>
            </a:r>
            <a:endParaRPr b="1" sz="1400">
              <a:solidFill>
                <a:srgbClr val="351C7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b="1" lang="en" sz="1400">
                <a:solidFill>
                  <a:srgbClr val="351C75"/>
                </a:solidFill>
              </a:rPr>
              <a:t>College Name :</a:t>
            </a:r>
            <a:endParaRPr b="1" sz="1400">
              <a:solidFill>
                <a:srgbClr val="351C7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b="1" lang="en" sz="1400">
                <a:solidFill>
                  <a:srgbClr val="351C75"/>
                </a:solidFill>
              </a:rPr>
              <a:t>Branch</a:t>
            </a:r>
            <a:r>
              <a:rPr b="1" lang="en" sz="1400">
                <a:solidFill>
                  <a:srgbClr val="351C75"/>
                </a:solidFill>
              </a:rPr>
              <a:t> and Year :</a:t>
            </a:r>
            <a:endParaRPr b="1" sz="1400">
              <a:solidFill>
                <a:srgbClr val="351C7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b="1" lang="en" sz="1400">
                <a:solidFill>
                  <a:srgbClr val="351C75"/>
                </a:solidFill>
              </a:rPr>
              <a:t>Branch code:</a:t>
            </a:r>
            <a:endParaRPr b="1" sz="1400">
              <a:solidFill>
                <a:srgbClr val="351C7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b="1" lang="en" sz="1400">
                <a:solidFill>
                  <a:srgbClr val="351C75"/>
                </a:solidFill>
              </a:rPr>
              <a:t>Gender :</a:t>
            </a:r>
            <a:endParaRPr b="1" sz="1400">
              <a:solidFill>
                <a:srgbClr val="351C7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b="1" lang="en" sz="1400">
                <a:solidFill>
                  <a:srgbClr val="351C75"/>
                </a:solidFill>
              </a:rPr>
              <a:t>Registered Mail ID :</a:t>
            </a:r>
            <a:endParaRPr b="1" sz="1400">
              <a:solidFill>
                <a:srgbClr val="351C7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b="1" lang="en" sz="1400">
                <a:solidFill>
                  <a:srgbClr val="351C75"/>
                </a:solidFill>
              </a:rPr>
              <a:t>Contact No.</a:t>
            </a:r>
            <a:endParaRPr b="1" sz="1400">
              <a:solidFill>
                <a:srgbClr val="351C7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700">
              <a:solidFill>
                <a:srgbClr val="351C75"/>
              </a:solidFill>
            </a:endParaRPr>
          </a:p>
        </p:txBody>
      </p:sp>
      <p:pic>
        <p:nvPicPr>
          <p:cNvPr id="125" name="Google Shape;125;p29" title="BharatCares_Original@2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12" y="150656"/>
            <a:ext cx="1585431" cy="6169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29" title="Gap2@2x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11675" y="150650"/>
            <a:ext cx="920625" cy="91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0"/>
          <p:cNvSpPr txBox="1"/>
          <p:nvPr/>
        </p:nvSpPr>
        <p:spPr>
          <a:xfrm>
            <a:off x="502214" y="1195533"/>
            <a:ext cx="8015400" cy="4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1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/>
              <a:t>What did you learned in this Program?</a:t>
            </a:r>
            <a:endParaRPr b="1" sz="25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1"/>
          <p:cNvSpPr txBox="1"/>
          <p:nvPr/>
        </p:nvSpPr>
        <p:spPr>
          <a:xfrm>
            <a:off x="576950" y="1121024"/>
            <a:ext cx="7990200" cy="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05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IBM Plex Sans"/>
                <a:ea typeface="IBM Plex Sans"/>
                <a:cs typeface="IBM Plex Sans"/>
                <a:sym typeface="IBM Plex Sans"/>
              </a:rPr>
              <a:t> Project Purpose (Why do you made this project?)</a:t>
            </a:r>
            <a:endParaRPr sz="2500"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2"/>
          <p:cNvSpPr txBox="1"/>
          <p:nvPr/>
        </p:nvSpPr>
        <p:spPr>
          <a:xfrm>
            <a:off x="502216" y="986306"/>
            <a:ext cx="8243100" cy="4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1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IBM Plex Sans"/>
                <a:ea typeface="IBM Plex Sans"/>
                <a:cs typeface="IBM Plex Sans"/>
                <a:sym typeface="IBM Plex Sans"/>
              </a:rPr>
              <a:t>Project Objectives (What do you made in this project)</a:t>
            </a:r>
            <a:endParaRPr sz="2500"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3"/>
          <p:cNvSpPr txBox="1"/>
          <p:nvPr/>
        </p:nvSpPr>
        <p:spPr>
          <a:xfrm>
            <a:off x="502214" y="1003741"/>
            <a:ext cx="8015400" cy="7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1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IBM Plex Sans"/>
                <a:ea typeface="IBM Plex Sans"/>
                <a:cs typeface="IBM Plex Sans"/>
                <a:sym typeface="IBM Plex Sans"/>
              </a:rPr>
              <a:t>Structure of Your project (What are the steps you follows?)</a:t>
            </a:r>
            <a:endParaRPr sz="2500"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4"/>
          <p:cNvSpPr txBox="1"/>
          <p:nvPr/>
        </p:nvSpPr>
        <p:spPr>
          <a:xfrm>
            <a:off x="502214" y="1056048"/>
            <a:ext cx="8015400" cy="4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1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/>
              <a:t>Git Hub</a:t>
            </a:r>
            <a:r>
              <a:rPr b="1" lang="en" sz="2500"/>
              <a:t> Link for Project</a:t>
            </a:r>
            <a:endParaRPr sz="25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52" name="Google Shape;152;p34"/>
          <p:cNvSpPr txBox="1"/>
          <p:nvPr/>
        </p:nvSpPr>
        <p:spPr>
          <a:xfrm>
            <a:off x="656625" y="2485750"/>
            <a:ext cx="71187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 u="sng">
                <a:solidFill>
                  <a:schemeClr val="hlink"/>
                </a:solidFill>
                <a:hlinkClick r:id="rId3"/>
              </a:rPr>
              <a:t>https://github.com/ayushk-arch/Ayush-kumar-125.git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5"/>
          <p:cNvSpPr txBox="1"/>
          <p:nvPr/>
        </p:nvSpPr>
        <p:spPr>
          <a:xfrm>
            <a:off x="564289" y="1143228"/>
            <a:ext cx="8015400" cy="4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1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/>
              <a:t>Advantages and Limitations of Your Project</a:t>
            </a:r>
            <a:endParaRPr sz="2500">
              <a:latin typeface="Tahoma"/>
              <a:ea typeface="Tahoma"/>
              <a:cs typeface="Tahoma"/>
              <a:sym typeface="Tahoma"/>
            </a:endParaRPr>
          </a:p>
        </p:txBody>
      </p:sp>
      <p:graphicFrame>
        <p:nvGraphicFramePr>
          <p:cNvPr id="158" name="Google Shape;158;p35"/>
          <p:cNvGraphicFramePr/>
          <p:nvPr/>
        </p:nvGraphicFramePr>
        <p:xfrm>
          <a:off x="952500" y="1809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{4564D8D9-5504-40AA-91A8-E343FF96F987}</a:tableStyleId>
              </a:tblPr>
              <a:tblGrid>
                <a:gridCol w="3619500"/>
                <a:gridCol w="3619500"/>
              </a:tblGrid>
              <a:tr h="701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ADVANTAGES </a:t>
                      </a:r>
                      <a:endParaRPr/>
                    </a:p>
                  </a:txBody>
                  <a:tcPr marT="91425" marB="91425" marR="91425" marL="91425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LIMITATIONS</a:t>
                      </a:r>
                      <a:endParaRPr/>
                    </a:p>
                  </a:txBody>
                  <a:tcPr marT="91425" marB="91425" marR="91425" marL="91425">
                    <a:solidFill>
                      <a:schemeClr val="accent1"/>
                    </a:solidFill>
                  </a:tcPr>
                </a:tc>
              </a:tr>
              <a:tr h="701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701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701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6"/>
          <p:cNvSpPr txBox="1"/>
          <p:nvPr/>
        </p:nvSpPr>
        <p:spPr>
          <a:xfrm>
            <a:off x="564289" y="1090903"/>
            <a:ext cx="8015400" cy="4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1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/>
              <a:t>Challenges you faced (What difficulties you face?)</a:t>
            </a:r>
            <a:endParaRPr sz="25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7"/>
          <p:cNvSpPr txBox="1"/>
          <p:nvPr/>
        </p:nvSpPr>
        <p:spPr>
          <a:xfrm>
            <a:off x="564289" y="1247828"/>
            <a:ext cx="8015400" cy="4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1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/>
              <a:t>Conclusion</a:t>
            </a:r>
            <a:endParaRPr b="1" sz="25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8"/>
          <p:cNvSpPr txBox="1"/>
          <p:nvPr/>
        </p:nvSpPr>
        <p:spPr>
          <a:xfrm>
            <a:off x="2519675" y="1446758"/>
            <a:ext cx="4039200" cy="3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7150">
            <a:spAutoFit/>
          </a:bodyPr>
          <a:lstStyle/>
          <a:p>
            <a:pPr indent="0" lvl="0" marL="25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Arial"/>
                <a:ea typeface="Arial"/>
                <a:cs typeface="Arial"/>
                <a:sym typeface="Arial"/>
              </a:rPr>
              <a:t>Thank You </a:t>
            </a:r>
            <a:endParaRPr b="1" sz="2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